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ko-KR" sz="3200" b="1"/>
              <a:t>TripLog 사용자 메뉴얼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pPr lvl="0"/>
            <a:r>
              <a:rPr lang="ko-KR" dirty="0"/>
              <a:t>해수의 여행일지 — 여행 일정·정보·갤러리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ko-KR" sz="3200" b="1"/>
              <a:t>시작하기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pPr lvl="0"/>
            <a:r>
              <a:rPr lang="ko-KR" dirty="0"/>
              <a:t>회원가입 / 로그인 (이메일·카카오·Google)</a:t>
            </a:r>
          </a:p>
          <a:p>
            <a:pPr lvl="0"/>
            <a:r>
              <a:rPr lang="ko-KR" dirty="0"/>
              <a:t>한국·중국 시장 전환 (헤더 국기)</a:t>
            </a:r>
          </a:p>
          <a:p>
            <a:pPr lvl="0"/>
            <a:r>
              <a:rPr lang="ko-KR" dirty="0"/>
              <a:t>추천 일정에서 샘플 일정 미리보기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ko-KR" sz="3200" b="1"/>
              <a:t>내 여행 · 플래너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pPr lvl="0"/>
            <a:r>
              <a:rPr lang="ko-KR" dirty="0"/>
              <a:t>새 여행 만들기 · 일정 저장</a:t>
            </a:r>
          </a:p>
          <a:p>
            <a:pPr lvl="0"/>
            <a:r>
              <a:rPr lang="ko-KR" dirty="0"/>
              <a:t>항목 추가: 항공·호텔·식사·관광·교통</a:t>
            </a:r>
          </a:p>
          <a:p>
            <a:pPr lvl="0"/>
            <a:r>
              <a:rPr lang="ko-KR" dirty="0"/>
              <a:t>가이드북 보기 · 추천 일정 게시(권한)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ko-KR" sz="3200" b="1"/>
              <a:t>정보 · 커뮤니티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pPr lvl="0"/>
            <a:r>
              <a:rPr lang="ko-KR" dirty="0"/>
              <a:t>전철타고 · 여행 정보 · 갤러리</a:t>
            </a:r>
          </a:p>
          <a:p>
            <a:pPr lvl="0"/>
            <a:r>
              <a:rPr lang="ko-KR" dirty="0"/>
              <a:t>자유게시판 · 문의사항</a:t>
            </a:r>
          </a:p>
          <a:p>
            <a:pPr lvl="0"/>
            <a:r>
              <a:rPr lang="ko-KR" dirty="0"/>
              <a:t>사이트맵에서 전체 메뉴 확인</a:t>
            </a:r>
          </a:p>
        </p:txBody>
      </p:sp>
    </p:spTree>
  </p:cSld>
  <p:clrMapOvr>
    <a:masterClrMapping/>
  </p:clrMapOvr>
</p:sld>
</file>